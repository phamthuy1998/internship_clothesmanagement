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92" r:id="rId8"/>
    <p:sldId id="294" r:id="rId9"/>
    <p:sldId id="291" r:id="rId10"/>
    <p:sldId id="293" r:id="rId11"/>
    <p:sldId id="267" r:id="rId12"/>
    <p:sldId id="290" r:id="rId13"/>
    <p:sldId id="289" r:id="rId14"/>
    <p:sldId id="295" r:id="rId15"/>
    <p:sldId id="274" r:id="rId16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7"/>
    <a:srgbClr val="FFFFFF"/>
    <a:srgbClr val="F5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7" autoAdjust="0"/>
    <p:restoredTop sz="94264" autoAdjust="0"/>
  </p:normalViewPr>
  <p:slideViewPr>
    <p:cSldViewPr>
      <p:cViewPr varScale="1">
        <p:scale>
          <a:sx n="81" d="100"/>
          <a:sy n="81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A11813-8C62-4FEB-B499-9774A651BB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FB564-9060-441E-AD27-A3B9C06107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5DD1B1C-C497-421F-B06C-F532CF0F9785}" type="datetimeFigureOut">
              <a:rPr lang="en-US" smtClean="0"/>
              <a:t>2020-12-02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08588-E33E-4838-BD11-6AAABC656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35C80-A3D2-459C-A5F6-739A59608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33743F4-331E-4894-8D02-8CE4D5A0E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3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CD4A5DF-C9ED-4331-9C0A-D1B49AAB54A9}" type="datetimeFigureOut">
              <a:rPr lang="en-US" smtClean="0"/>
              <a:t>2020-12-02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71800" y="549275"/>
            <a:ext cx="36576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F0BF855-582C-4A2A-9C45-DF51A1CC0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796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6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18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41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74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65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97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31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98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67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74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96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14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1D79-6F36-44BF-B02B-3E9EF5EB5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7343A-2E02-40B2-9F32-5F39731BD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FB308-1328-4C44-A809-618C354C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9D1B-8B7F-4F2A-BB55-C21DE162B8AE}" type="datetime1">
              <a:rPr lang="vi-VN" smtClean="0"/>
              <a:t>02/12/2020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F4FD5-F906-4D3A-BCEA-20CCFAFF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69D20-CD22-41B5-AB0F-C38555AC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4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5221-A680-44CC-B871-0907AF1B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9CFA2-15B1-41A3-9C86-A76784F4B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1801F-AEB5-4978-8AA8-019005C3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9753-14BD-4C19-89AD-69A137A5857A}" type="datetime1">
              <a:rPr lang="vi-VN" smtClean="0"/>
              <a:t>02/12/2020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1318-D7EC-4631-90F2-BDAE2388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39B23-885F-4353-8D60-F2451B12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3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F778-553F-4CAE-887D-778FC6A6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6F041-9052-426D-A251-6D2B9E94B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F698F-F971-4586-8B0A-A1345171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F6F36-BB06-4F13-9611-851319F3392B}" type="datetime1">
              <a:rPr lang="vi-VN" smtClean="0"/>
              <a:t>02/12/2020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EBF59-8F11-41FE-BF32-3B878C63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5692-298D-42A6-A232-20C6701A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0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40C-1105-445C-B833-379790ED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29482-1F0E-47D1-B309-163251896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06548-1585-4422-9979-BDA7ADB15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DC69-84A9-4ABD-B97E-0B4ED339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0409-82E2-4CE7-923C-CF5475366411}" type="datetime1">
              <a:rPr lang="vi-VN" smtClean="0"/>
              <a:t>02/12/2020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749F0-5ED6-45C7-BD58-B8F956B6D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252C2-CA3C-4243-A1CB-23830557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1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56E4-29AF-4954-A98C-825B864D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22092-CC07-4CD1-9506-7827FBAF8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993C5-E481-4A0F-ACB5-3DE9A8360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0233-4AF6-427F-9270-9FCB0E411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6809D-80DE-4FD3-B647-BE8C1D980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18F7C-4625-45FC-9D37-6FEED19F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602A3-B6BD-4B11-9EF7-A6995DD1D891}" type="datetime1">
              <a:rPr lang="vi-VN" smtClean="0"/>
              <a:t>02/12/2020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1BCBD-DDC1-483F-8E76-66A12D79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F7D32-C35B-431B-B76C-24012CB3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5202-EB75-49DF-8125-2CCEB8AD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29637-2D05-4AB3-9086-3C437DE0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74EA-1465-4714-ABCA-238E21FB1E99}" type="datetime1">
              <a:rPr lang="vi-VN" smtClean="0"/>
              <a:t>02/12/2020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71713-9C7B-41D3-A9DE-E77D58E1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044CA-0617-41B4-BF74-4B3FE1AF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5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62BFA-21E0-4FC2-9390-21238800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677C-A199-48B1-9AE1-138834C1B67E}" type="datetime1">
              <a:rPr lang="vi-VN" smtClean="0"/>
              <a:t>02/12/2020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2E059-5887-4FE9-8728-AC997100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A3130-4108-4532-B91B-06300DB6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4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7863-9470-42B0-A24A-7A4E665B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1AF9C-BF1C-4741-98C3-E9F9D298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40CAF-1E59-478E-AD90-918057DBC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6AF93-7DB5-4452-AC83-50B76B59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9F17-2D45-4809-A88D-60C6D948D5D9}" type="datetime1">
              <a:rPr lang="vi-VN" smtClean="0"/>
              <a:t>02/12/2020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8256C-A719-429A-95F2-B3D1B950B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CC4A8-FF07-43E2-B87F-B71F129E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2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E366-59CA-4DDA-8FA2-C426E0C3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9812C-7965-4F07-A70B-48B29222A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B35CA-D813-4CEE-81A5-BB9E4B7C7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592B5-BC3B-4413-AAD7-ED9A4FB0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E17E-5A62-4990-8004-1AAC05D07EF7}" type="datetime1">
              <a:rPr lang="vi-VN" smtClean="0"/>
              <a:t>02/12/2020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B6CED-B651-4791-82E1-E30BC3E6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36696-0BBB-4411-B1E3-0C89001D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4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136-50DA-4FC9-8D8A-22FE5538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087AD-F06D-421E-8228-D9ADD8923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09A92-53E7-4E81-B031-084D8C72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DB50-FFA4-4032-9F03-8BC477969725}" type="datetime1">
              <a:rPr lang="vi-VN" smtClean="0"/>
              <a:t>02/12/2020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EC247-67FB-45AE-8F7F-C8BFC9F7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EB971-C4CD-4BA4-938F-87C8248B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8CEDD-9DA9-4A52-B9CD-E5C7C9570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8D7CC-EF8C-4004-A14F-C2C73BE86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78DC7-B0EA-4DCE-B843-2F0D8969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0B1BD-9F28-4969-BFBF-2AC2D08FF176}" type="datetime1">
              <a:rPr lang="vi-VN" smtClean="0"/>
              <a:t>02/12/2020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50759-8201-44AF-8C57-56EF6DA7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BC107-652A-46DB-8D9E-3FC1D207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1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97DCDD-1D13-484E-8CC2-99031189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80034-1F4F-4EAB-BF19-0904E8A88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D8177-2F3E-4E32-9FC0-BCC853173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45394-1329-4267-AC9F-AB803F30FFC4}" type="datetime1">
              <a:rPr lang="vi-VN" smtClean="0"/>
              <a:t>02/12/2020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6DFDA-1599-4A77-9321-BF931C08C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E5115-FF51-48AB-879C-4D715106B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1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480" y="293546"/>
            <a:ext cx="7217144" cy="137160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THÔNG TIN VÀ TRUYỀN THÔNG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VIỆN CÔNG NGHỆ BƯU CHÍNH VIỄN THÔNG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SỞ TP. HỒ CHÍ MINH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1593981" y="3412026"/>
            <a:ext cx="6324600" cy="8731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XÂY DỰNG ỨNG DỤNG BÁN HÀNG THỜI TRANG TRÊN NỀN TẢNG ANDROID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0" y="2895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81" y="45720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4800600"/>
            <a:ext cx="48830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GV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 ThS. HUỲNH TRUNG TRỤ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SV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: PHẠM THỊ THỦY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MSSV	       : N16DCCN159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Lớp	       : D16CQCP01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Hệ	       : Đại học chính quy </a:t>
            </a:r>
            <a:endParaRPr lang="en-US" sz="16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114800" y="1143000"/>
            <a:ext cx="2057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ubtitle 9">
            <a:extLst>
              <a:ext uri="{FF2B5EF4-FFF2-40B4-BE49-F238E27FC236}">
                <a16:creationId xmlns:a16="http://schemas.microsoft.com/office/drawing/2014/main" id="{51D8AB10-E4F9-4BF1-83DA-EFA26A1E2E7B}"/>
              </a:ext>
            </a:extLst>
          </p:cNvPr>
          <p:cNvSpPr txBox="1">
            <a:spLocks/>
          </p:cNvSpPr>
          <p:nvPr/>
        </p:nvSpPr>
        <p:spPr>
          <a:xfrm>
            <a:off x="1371600" y="2024633"/>
            <a:ext cx="6913984" cy="1097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BÁO CÁO 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ĐỒ ÁN TỐT NGHIỆP ĐẠI HỌC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6B126-7054-4BE5-92FA-A0239902795A}"/>
              </a:ext>
            </a:extLst>
          </p:cNvPr>
          <p:cNvSpPr txBox="1"/>
          <p:nvPr/>
        </p:nvSpPr>
        <p:spPr>
          <a:xfrm>
            <a:off x="838200" y="3481866"/>
            <a:ext cx="923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Đề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tài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1971560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99026" y="1524000"/>
            <a:ext cx="6705600" cy="3810000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519E4BC-5636-4EBF-A3C3-56621DF1D115}"/>
              </a:ext>
            </a:extLst>
          </p:cNvPr>
          <p:cNvSpPr txBox="1">
            <a:spLocks/>
          </p:cNvSpPr>
          <p:nvPr/>
        </p:nvSpPr>
        <p:spPr>
          <a:xfrm>
            <a:off x="809625" y="662780"/>
            <a:ext cx="7886700" cy="623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BÁO CÁO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F623FC-DF15-46F0-8648-FDE2DC94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3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9807"/>
            <a:ext cx="7886700" cy="1325563"/>
          </a:xfrm>
        </p:spPr>
        <p:txBody>
          <a:bodyPr>
            <a:normAutofit/>
          </a:bodyPr>
          <a:lstStyle/>
          <a:p>
            <a:pPr marL="571500" indent="-571500" algn="ctr">
              <a:buFont typeface="+mj-lt"/>
              <a:buAutoNum type="romanUcPeriod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ĐÍCH CHỌN ĐỀ TÀI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A971A3-FC47-4B56-87AE-098BBBAF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DEC0975-2F63-4387-ACE9-CB9D12D970A4}"/>
              </a:ext>
            </a:extLst>
          </p:cNvPr>
          <p:cNvSpPr txBox="1">
            <a:spLocks/>
          </p:cNvSpPr>
          <p:nvPr/>
        </p:nvSpPr>
        <p:spPr>
          <a:xfrm>
            <a:off x="762000" y="1447800"/>
            <a:ext cx="7315200" cy="480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đẹp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793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457200"/>
            <a:ext cx="8839200" cy="7684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CÁC CÔNG CỤ &amp; CÔNG NGHỆ SỬ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970" y="1090780"/>
            <a:ext cx="7010400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CỤ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4.0.1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2014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2015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Kotlin, C#, XML, SQL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MVC, MVVM, coroutine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API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14BFD-F7B8-4722-B7E0-1E6890A6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7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9DC4F66-C4A3-41EA-8A8D-E15145026D08}"/>
              </a:ext>
            </a:extLst>
          </p:cNvPr>
          <p:cNvSpPr txBox="1"/>
          <p:nvPr/>
        </p:nvSpPr>
        <p:spPr>
          <a:xfrm>
            <a:off x="519430" y="1040548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9A36588-B7A6-45F2-AF03-244BAA5D3272}"/>
              </a:ext>
            </a:extLst>
          </p:cNvPr>
          <p:cNvSpPr txBox="1">
            <a:spLocks/>
          </p:cNvSpPr>
          <p:nvPr/>
        </p:nvSpPr>
        <p:spPr>
          <a:xfrm>
            <a:off x="554990" y="505858"/>
            <a:ext cx="8534400" cy="560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8802A-71EC-4300-AB3B-ECEBC1BA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18242-50E7-462A-84DC-C71B20050A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" y="1371600"/>
            <a:ext cx="8569960" cy="547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8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50FA013-CCB5-4801-B277-DEDC8C44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534400" cy="54960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17F5CC-E546-42E3-BC77-8F7A1ECD5DCB}"/>
              </a:ext>
            </a:extLst>
          </p:cNvPr>
          <p:cNvSpPr txBox="1"/>
          <p:nvPr/>
        </p:nvSpPr>
        <p:spPr>
          <a:xfrm>
            <a:off x="556575" y="1025339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ERD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01871-3AAF-4D92-8AAD-71FA7EC9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20B9D-AE4C-4F33-87D5-C65569C4B6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63822"/>
            <a:ext cx="7239000" cy="54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75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8F1E7DF-43FD-4D73-A997-B3BC22AC61DA}"/>
              </a:ext>
            </a:extLst>
          </p:cNvPr>
          <p:cNvSpPr txBox="1"/>
          <p:nvPr/>
        </p:nvSpPr>
        <p:spPr>
          <a:xfrm>
            <a:off x="681671" y="1066800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ERD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987A5-E716-4620-BB07-A0CDDA82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EB83C-9563-41C4-BED6-129C2EA1B6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33837"/>
            <a:ext cx="6988571" cy="529909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9C7D1DC-8CE4-4070-9783-CB4CB0AC3DE0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</p:spTree>
    <p:extLst>
      <p:ext uri="{BB962C8B-B14F-4D97-AF65-F5344CB8AC3E}">
        <p14:creationId xmlns:p14="http://schemas.microsoft.com/office/powerpoint/2010/main" val="1707396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D8E8912-DCC0-462D-925C-639221561CB2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F1E7DF-43FD-4D73-A997-B3BC22AC61DA}"/>
              </a:ext>
            </a:extLst>
          </p:cNvPr>
          <p:cNvSpPr txBox="1"/>
          <p:nvPr/>
        </p:nvSpPr>
        <p:spPr>
          <a:xfrm>
            <a:off x="685800" y="1065533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ERD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987A5-E716-4620-BB07-A0CDDA82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58337-F22B-41C5-9628-B7C2C0FAE1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06929"/>
            <a:ext cx="6553200" cy="585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74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272A4F-CAA2-44AB-AEDA-1A809188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00951-A520-4294-B907-A05F8A1621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1442303"/>
            <a:ext cx="9144000" cy="527917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DD8A123-F2C3-47CD-AE5B-261C99803F9A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F6F86-DB74-4BFB-A177-C82230FAFF5F}"/>
              </a:ext>
            </a:extLst>
          </p:cNvPr>
          <p:cNvSpPr txBox="1"/>
          <p:nvPr/>
        </p:nvSpPr>
        <p:spPr>
          <a:xfrm>
            <a:off x="681671" y="1066800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ERD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6063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8F1E7DF-43FD-4D73-A997-B3BC22AC61DA}"/>
              </a:ext>
            </a:extLst>
          </p:cNvPr>
          <p:cNvSpPr txBox="1"/>
          <p:nvPr/>
        </p:nvSpPr>
        <p:spPr>
          <a:xfrm>
            <a:off x="681671" y="1066800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ERD</a:t>
            </a: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0C6C48-DE4A-4E38-866A-0A97847E1D5F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54A36B-7B8C-4B71-A337-64D0CD47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0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roduct demo icon | Pre-Designed Illustrator Graphics ~ Creative Market">
            <a:extLst>
              <a:ext uri="{FF2B5EF4-FFF2-40B4-BE49-F238E27FC236}">
                <a16:creationId xmlns:a16="http://schemas.microsoft.com/office/drawing/2014/main" id="{6B297444-F4B3-47F9-859D-E3AC19055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752600"/>
            <a:ext cx="6781800" cy="452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B3235A3-3155-43F6-A0B6-9EC6F66536FA}"/>
              </a:ext>
            </a:extLst>
          </p:cNvPr>
          <p:cNvSpPr txBox="1">
            <a:spLocks/>
          </p:cNvSpPr>
          <p:nvPr/>
        </p:nvSpPr>
        <p:spPr>
          <a:xfrm>
            <a:off x="0" y="604520"/>
            <a:ext cx="8915400" cy="5526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DEMO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A7CEE-23C8-405B-8D7B-F5D3CF5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48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53A26647-BC7C-4BD8-80CB-0F822AD2A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0" y="2656068"/>
            <a:ext cx="6614153" cy="4201932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91568B5-E3A0-40DB-B8D4-87F70FEBBBA6}"/>
              </a:ext>
            </a:extLst>
          </p:cNvPr>
          <p:cNvSpPr/>
          <p:nvPr/>
        </p:nvSpPr>
        <p:spPr>
          <a:xfrm>
            <a:off x="1656027" y="1500779"/>
            <a:ext cx="3938113" cy="1690914"/>
          </a:xfrm>
          <a:prstGeom prst="cloudCallout">
            <a:avLst>
              <a:gd name="adj1" fmla="val -1185"/>
              <a:gd name="adj2" fmla="val 83094"/>
            </a:avLst>
          </a:prstGeom>
          <a:solidFill>
            <a:srgbClr val="104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Tiếp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thu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được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nhiều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kiến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thức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công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nghệ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mới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3987B9BC-0D50-45E6-B586-9BD9AED0CF31}"/>
              </a:ext>
            </a:extLst>
          </p:cNvPr>
          <p:cNvSpPr/>
          <p:nvPr/>
        </p:nvSpPr>
        <p:spPr>
          <a:xfrm rot="966345">
            <a:off x="5623645" y="1994030"/>
            <a:ext cx="3259262" cy="1658074"/>
          </a:xfrm>
          <a:prstGeom prst="cloudCallout">
            <a:avLst>
              <a:gd name="adj1" fmla="val -39298"/>
              <a:gd name="adj2" fmla="val 74737"/>
            </a:avLst>
          </a:prstGeom>
          <a:solidFill>
            <a:srgbClr val="5D9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Nâng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cao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kỹ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năng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cần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thiết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1C0C5988-99A3-4855-950B-D9D66B7ECD1C}"/>
              </a:ext>
            </a:extLst>
          </p:cNvPr>
          <p:cNvSpPr/>
          <p:nvPr/>
        </p:nvSpPr>
        <p:spPr>
          <a:xfrm rot="334252">
            <a:off x="5270786" y="4359666"/>
            <a:ext cx="3808315" cy="1522343"/>
          </a:xfrm>
          <a:prstGeom prst="cloudCallout">
            <a:avLst>
              <a:gd name="adj1" fmla="val -39583"/>
              <a:gd name="adj2" fmla="val 627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Đạt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đ</a:t>
            </a:r>
            <a:r>
              <a:rPr lang="vi-VN" sz="2250" dirty="0">
                <a:latin typeface="Roboto" panose="02000000000000000000" pitchFamily="2" charset="0"/>
                <a:ea typeface="Roboto" panose="02000000000000000000" pitchFamily="2" charset="0"/>
              </a:rPr>
              <a:t>ư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ợc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mục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tiêu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đặt</a:t>
            </a:r>
            <a:r>
              <a:rPr lang="en-US" sz="2250">
                <a:latin typeface="Roboto" panose="02000000000000000000" pitchFamily="2" charset="0"/>
                <a:ea typeface="Roboto" panose="02000000000000000000" pitchFamily="2" charset="0"/>
              </a:rPr>
              <a:t> ra 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ban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đầu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D75A2-4A92-4B60-A964-8AADEC10338B}"/>
              </a:ext>
            </a:extLst>
          </p:cNvPr>
          <p:cNvSpPr txBox="1"/>
          <p:nvPr/>
        </p:nvSpPr>
        <p:spPr>
          <a:xfrm>
            <a:off x="723413" y="542054"/>
            <a:ext cx="789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V. KẾT QUẢ &amp; H</a:t>
            </a:r>
            <a:r>
              <a:rPr lang="vi-VN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ỚNG PHÁT TRIỂN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6014D-DCC8-4835-9082-53A7A3135084}"/>
              </a:ext>
            </a:extLst>
          </p:cNvPr>
          <p:cNvSpPr txBox="1"/>
          <p:nvPr/>
        </p:nvSpPr>
        <p:spPr>
          <a:xfrm>
            <a:off x="753893" y="1200789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88837-66C0-40C3-B908-8ED92C16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81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room, clock&#10;&#10;Description automatically generated">
            <a:extLst>
              <a:ext uri="{FF2B5EF4-FFF2-40B4-BE49-F238E27FC236}">
                <a16:creationId xmlns:a16="http://schemas.microsoft.com/office/drawing/2014/main" id="{1CCF297E-8223-422E-9D8A-0917B0FA1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357" y="2472890"/>
            <a:ext cx="2185715" cy="1523810"/>
          </a:xfrm>
          <a:prstGeom prst="rect">
            <a:avLst/>
          </a:prstGeom>
        </p:spPr>
      </p:pic>
      <p:pic>
        <p:nvPicPr>
          <p:cNvPr id="6" name="Picture 5" descr="A picture containing monitor, clock, screen, computer&#10;&#10;Description automatically generated">
            <a:extLst>
              <a:ext uri="{FF2B5EF4-FFF2-40B4-BE49-F238E27FC236}">
                <a16:creationId xmlns:a16="http://schemas.microsoft.com/office/drawing/2014/main" id="{F72D2C28-7D53-455D-BBBA-6FB5A52F57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336" y="2584674"/>
            <a:ext cx="2636738" cy="1235115"/>
          </a:xfrm>
          <a:prstGeom prst="rect">
            <a:avLst/>
          </a:prstGeom>
        </p:spPr>
      </p:pic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C7B3B90C-D505-4B24-A417-6C0E0383C86F}"/>
              </a:ext>
            </a:extLst>
          </p:cNvPr>
          <p:cNvSpPr/>
          <p:nvPr/>
        </p:nvSpPr>
        <p:spPr>
          <a:xfrm>
            <a:off x="5990453" y="2973551"/>
            <a:ext cx="963904" cy="62312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99E2A6-9FF5-42EA-B206-A5F5F6B913E0}"/>
              </a:ext>
            </a:extLst>
          </p:cNvPr>
          <p:cNvSpPr txBox="1"/>
          <p:nvPr/>
        </p:nvSpPr>
        <p:spPr>
          <a:xfrm flipH="1">
            <a:off x="6790176" y="3973407"/>
            <a:ext cx="232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tế</a:t>
            </a:r>
            <a:endParaRPr lang="en-US" dirty="0">
              <a:solidFill>
                <a:srgbClr val="0A304A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7162B651-5B15-4F0D-A8F1-7903ABA0B5DA}"/>
              </a:ext>
            </a:extLst>
          </p:cNvPr>
          <p:cNvSpPr/>
          <p:nvPr/>
        </p:nvSpPr>
        <p:spPr>
          <a:xfrm>
            <a:off x="2735465" y="2950861"/>
            <a:ext cx="963904" cy="62312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A3A53-6F8C-45BB-A756-D4272B44B1BD}"/>
              </a:ext>
            </a:extLst>
          </p:cNvPr>
          <p:cNvSpPr txBox="1"/>
          <p:nvPr/>
        </p:nvSpPr>
        <p:spPr>
          <a:xfrm flipH="1">
            <a:off x="768295" y="3996700"/>
            <a:ext cx="232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lỗi</a:t>
            </a:r>
            <a:endParaRPr lang="en-US" dirty="0">
              <a:solidFill>
                <a:srgbClr val="0A304A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5BC1E-C277-44D7-BB83-2CD3DC6B0CD7}"/>
              </a:ext>
            </a:extLst>
          </p:cNvPr>
          <p:cNvSpPr txBox="1"/>
          <p:nvPr/>
        </p:nvSpPr>
        <p:spPr>
          <a:xfrm flipH="1">
            <a:off x="3640837" y="3996700"/>
            <a:ext cx="232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rộng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thống</a:t>
            </a:r>
            <a:endParaRPr lang="en-US" dirty="0">
              <a:solidFill>
                <a:srgbClr val="0A304A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6C99E1-0E7A-46E2-8A06-E7391E42BE02}"/>
              </a:ext>
            </a:extLst>
          </p:cNvPr>
          <p:cNvSpPr txBox="1"/>
          <p:nvPr/>
        </p:nvSpPr>
        <p:spPr>
          <a:xfrm>
            <a:off x="749441" y="1143763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H</a:t>
            </a:r>
            <a:r>
              <a:rPr lang="vi-VN" sz="2400" dirty="0">
                <a:solidFill>
                  <a:schemeClr val="bg2">
                    <a:lumMod val="10000"/>
                  </a:schemeClr>
                </a:solidFill>
              </a:rPr>
              <a:t>ư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ớng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BAA47A-FEE2-40E6-A324-C660A22657A8}"/>
              </a:ext>
            </a:extLst>
          </p:cNvPr>
          <p:cNvSpPr txBox="1"/>
          <p:nvPr/>
        </p:nvSpPr>
        <p:spPr>
          <a:xfrm>
            <a:off x="699910" y="484062"/>
            <a:ext cx="789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V. KẾT QUẢ &amp; H</a:t>
            </a:r>
            <a:r>
              <a:rPr lang="vi-VN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ỚNG PHÁT TRIỂN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44E026-CC7F-4477-9D7A-D7153598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30" name="Picture 6" descr="Market, ecommerce, research, secondary icon - Download on Iconfinder">
            <a:extLst>
              <a:ext uri="{FF2B5EF4-FFF2-40B4-BE49-F238E27FC236}">
                <a16:creationId xmlns:a16="http://schemas.microsoft.com/office/drawing/2014/main" id="{D00559EC-59B9-458A-83B0-23A199027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4189"/>
            <a:ext cx="1536083" cy="1536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982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D0D93D-2030-436E-A721-E56846B8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118AD-7A41-46AA-9E24-A4DD4E96D2A3}"/>
              </a:ext>
            </a:extLst>
          </p:cNvPr>
          <p:cNvSpPr txBox="1"/>
          <p:nvPr/>
        </p:nvSpPr>
        <p:spPr>
          <a:xfrm>
            <a:off x="442736" y="702462"/>
            <a:ext cx="789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CÂU HỎI</a:t>
            </a:r>
          </a:p>
        </p:txBody>
      </p:sp>
      <p:pic>
        <p:nvPicPr>
          <p:cNvPr id="1026" name="Picture 2" descr="Ask Us A Question? | PureU Inc">
            <a:extLst>
              <a:ext uri="{FF2B5EF4-FFF2-40B4-BE49-F238E27FC236}">
                <a16:creationId xmlns:a16="http://schemas.microsoft.com/office/drawing/2014/main" id="{82104109-4B20-454E-9FE1-F92BC486A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752600"/>
            <a:ext cx="5581650" cy="369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192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B3A7045-7485-4034-8FBE-960F37C869E4}"/>
              </a:ext>
            </a:extLst>
          </p:cNvPr>
          <p:cNvSpPr txBox="1"/>
          <p:nvPr/>
        </p:nvSpPr>
        <p:spPr>
          <a:xfrm>
            <a:off x="1828800" y="1295400"/>
            <a:ext cx="6159273" cy="438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cap="all" dirty="0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CẢM ƠN QUÝ THẦY CÔ ĐÃ THEO DÕI</a:t>
            </a:r>
          </a:p>
        </p:txBody>
      </p:sp>
      <p:sp>
        <p:nvSpPr>
          <p:cNvPr id="25" name="Thought Bubble: Cloud 24">
            <a:extLst>
              <a:ext uri="{FF2B5EF4-FFF2-40B4-BE49-F238E27FC236}">
                <a16:creationId xmlns:a16="http://schemas.microsoft.com/office/drawing/2014/main" id="{90BBBA38-B678-4D05-BB78-B6332F328853}"/>
              </a:ext>
            </a:extLst>
          </p:cNvPr>
          <p:cNvSpPr/>
          <p:nvPr/>
        </p:nvSpPr>
        <p:spPr>
          <a:xfrm>
            <a:off x="533400" y="838200"/>
            <a:ext cx="7905750" cy="4084359"/>
          </a:xfrm>
          <a:prstGeom prst="cloudCallout">
            <a:avLst>
              <a:gd name="adj1" fmla="val -30771"/>
              <a:gd name="adj2" fmla="val 81222"/>
            </a:avLst>
          </a:prstGeom>
          <a:solidFill>
            <a:srgbClr val="104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cap="all" dirty="0">
                <a:ln w="3175" cmpd="sng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QUÝ THẦY CÔ ĐÃ THEO DÕI</a:t>
            </a:r>
          </a:p>
        </p:txBody>
      </p:sp>
    </p:spTree>
    <p:extLst>
      <p:ext uri="{BB962C8B-B14F-4D97-AF65-F5344CB8AC3E}">
        <p14:creationId xmlns:p14="http://schemas.microsoft.com/office/powerpoint/2010/main" val="3699358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3864"/>
      </a:accent1>
      <a:accent2>
        <a:srgbClr val="2F5496"/>
      </a:accent2>
      <a:accent3>
        <a:srgbClr val="A5A5A5"/>
      </a:accent3>
      <a:accent4>
        <a:srgbClr val="FFFFFF"/>
      </a:accent4>
      <a:accent5>
        <a:srgbClr val="5B9BD5"/>
      </a:accent5>
      <a:accent6>
        <a:srgbClr val="1F3864"/>
      </a:accent6>
      <a:hlink>
        <a:srgbClr val="1F3864"/>
      </a:hlink>
      <a:folHlink>
        <a:srgbClr val="1F386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1961</TotalTime>
  <Words>404</Words>
  <Application>Microsoft Office PowerPoint</Application>
  <PresentationFormat>On-screen Show (4:3)</PresentationFormat>
  <Paragraphs>84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Times New Roman</vt:lpstr>
      <vt:lpstr>Wingdings</vt:lpstr>
      <vt:lpstr>Office Theme</vt:lpstr>
      <vt:lpstr>BỘ THÔNG TIN VÀ TRUYỀN THÔNG HỌC VIỆN CÔNG NGHỆ BƯU CHÍNH VIỄN THÔNG  CƠ SỞ TP. HỒ CHÍ MINH</vt:lpstr>
      <vt:lpstr>PowerPoint Presentation</vt:lpstr>
      <vt:lpstr>MỤC ĐÍCH CHỌN ĐỀ TÀI</vt:lpstr>
      <vt:lpstr>II. CÁC CÔNG CỤ &amp; CÔNG NGHỆ SỬ DỤNG</vt:lpstr>
      <vt:lpstr>PowerPoint Presentation</vt:lpstr>
      <vt:lpstr>III. PHÂN TÍCH HỆ THỐNG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XÂY DỰNG PHẦN MỀM QUẢN LÝ KHÁCH SẠN</dc:title>
  <dc:creator>Thy Dinh</dc:creator>
  <cp:lastModifiedBy>Thuy Pham</cp:lastModifiedBy>
  <cp:revision>161</cp:revision>
  <cp:lastPrinted>2020-11-17T16:06:24Z</cp:lastPrinted>
  <dcterms:created xsi:type="dcterms:W3CDTF">2006-08-16T00:00:00Z</dcterms:created>
  <dcterms:modified xsi:type="dcterms:W3CDTF">2020-12-01T17:51:15Z</dcterms:modified>
</cp:coreProperties>
</file>